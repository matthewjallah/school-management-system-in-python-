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77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STARZ UNIVERSIRY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Airfield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Sinkor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18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Course: INFO 301</a:t>
            </a: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Section: 2</a:t>
            </a:r>
          </a:p>
          <a:p>
            <a:pPr marL="0" indent="0" algn="ctr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Matthew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Jallah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ID# 6458  </a:t>
            </a: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Dolokelen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 December 6 2025</a:t>
            </a:r>
          </a:p>
          <a:p>
            <a:pPr marL="0" indent="0" algn="ctr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1330033"/>
            <a:ext cx="8021782" cy="13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0274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Management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(Python Program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0418"/>
            <a:ext cx="8229600" cy="4525963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 console-based system for managing students, teachers, grades, subjects, enrollments, and scores.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data storage using JSON files.</a:t>
            </a:r>
          </a:p>
        </p:txBody>
      </p:sp>
    </p:spTree>
    <p:extLst>
      <p:ext uri="{BB962C8B-B14F-4D97-AF65-F5344CB8AC3E}">
        <p14:creationId xmlns:p14="http://schemas.microsoft.com/office/powerpoint/2010/main" val="49632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5291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 (Add, View, Update, Delete, Search)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Management (Add, View, Update, Delete, Assign Grades)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&amp; Grade Management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Management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Summaries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new students with details (Name, DOB, Gender, Grade, Phone).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Update, delete, and search students.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enrollment into grades.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all students in a table-like format.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teachers with qualifications, subjects, and contact.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or delete teacher information.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teachers to multiple grade levels.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4856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&amp; Subject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5109"/>
            <a:ext cx="8229600" cy="4525963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and delete grade levels.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subjects and assign them to grades.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subjects and their assigned grades.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129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25963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 students into grades.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enrollment history for each student.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or update student scores for subjects.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scores for all students or individual students.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view scores of students in assigned grades.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summary (Total students, teachers, subjects, grades).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Students-by-grade report.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student report card with auto-calculated grades.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records stored in JSON files.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loading and saving of data on system startup and exit.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school data management tasks.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record-keeping accuracy and accessibility.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299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Times New Roman</vt:lpstr>
      <vt:lpstr>Office Theme</vt:lpstr>
      <vt:lpstr>STARZ UNIVERSIRY Airfield Sinkor   </vt:lpstr>
      <vt:lpstr>School Management System (Python Program Summary)</vt:lpstr>
      <vt:lpstr>Key Features</vt:lpstr>
      <vt:lpstr>Student Management</vt:lpstr>
      <vt:lpstr>Teacher Management</vt:lpstr>
      <vt:lpstr>Grade &amp; Subject Management</vt:lpstr>
      <vt:lpstr>Enrollment System</vt:lpstr>
      <vt:lpstr>Score Management</vt:lpstr>
      <vt:lpstr>Reports &amp; Summaries</vt:lpstr>
      <vt:lpstr>Data Storage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(Python Program Summary)</dc:title>
  <dc:subject/>
  <dc:creator/>
  <cp:keywords/>
  <dc:description>generated using python-pptx</dc:description>
  <cp:lastModifiedBy>ANOINTED GRAPHIC</cp:lastModifiedBy>
  <cp:revision>13</cp:revision>
  <dcterms:created xsi:type="dcterms:W3CDTF">2013-01-27T09:14:16Z</dcterms:created>
  <dcterms:modified xsi:type="dcterms:W3CDTF">2025-11-30T08:23:55Z</dcterms:modified>
  <cp:category/>
</cp:coreProperties>
</file>